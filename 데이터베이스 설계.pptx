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24201-7F3B-9386-8D21-4B287F42E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DEC98D-4873-4179-8682-5D3AD4145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23EA62-A085-4994-9ABC-B275CCDC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A0EFB-CE2D-8B05-4712-FC1E7F5B8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471F60-39DA-4F44-DB00-9D7698E2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5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50B2E-3E92-DDC9-9283-25C2D12C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B6F4B-13BC-F56A-931E-7DCA3CCE7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79C015-35A6-D22E-006B-9B4EB642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E693C8-D9EC-9797-D2C3-5840B289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259A1-6801-6EDA-B297-813D6BBA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9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1B06C-D975-C5B4-E391-74CB1535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3D918-9A24-7DAA-197F-D2FE53875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B2FBB-7CC6-722C-C809-25053E4C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2AA93-50B2-D24B-B1D7-731FF0D4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873A5-FFAA-BF3C-97F2-2F0B94E0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98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685C7-8876-925D-5259-0F1EB7B9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7F5791-CE05-2091-45DA-11BB40939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E9ABC1-7658-1130-FF06-81C942717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2545CA-E808-7929-4314-AAA7E938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24E7D6-3354-1DE6-3C5E-5F7EF724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8A3B6C-B1BB-4087-862F-4B6C5BBF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34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C7629-9C04-59F5-B8C7-A0C863DF6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F5B03A-7DCA-0503-7A40-1CDF0222A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763CA3-53A1-DE1A-4AAF-95A842310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0EAB35-2728-FFF1-83F9-7D25D4A98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B543DD-34CF-0576-BEFA-E9FAFD8B6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D74781-D037-8449-D7A0-FAE809F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3AF4F8-2752-73D9-5435-F1773AD2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C4C055-50B5-EAA9-4849-6B31C7B1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93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4511C-36FE-95A0-1649-BA3FF882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0BAAFA-966A-E243-5474-1DE5F7E9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770A98-3C52-71EC-8812-EAAF2EB4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6643F2-9A1A-1031-B028-64CEE981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48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21FBD3-8DB4-3F41-DFA5-7AC058A8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D3AD7C-3D74-CDFB-954A-26419DED6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1EAFF-0314-5FE1-81A6-51E7D771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5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FD5DC-4F60-200D-6C3B-B979D586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364B1-08FC-7E5E-0A0C-E896E62B2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0268BB-C26D-3CFE-58FA-75AA9EB55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F84F2E-924A-E136-7363-5FF97F5C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51ED3-8F73-3A8F-08CF-1C955D10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4122C-3B42-26E5-84C0-D597AB30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11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D508F-CB64-3236-9719-7E7BB4F9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D5959B-1B19-A109-B1A6-10BCC7836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A8E872-B464-9F04-2398-9C2012E78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4CFF89-B2FF-87AA-7E4C-D4C72EB8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06152A-DE2E-C4A1-D46B-A0C7BD3A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C6E5B-F3A9-2B06-9B5D-E881A7D9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6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1430B-98BE-F813-052F-580FA198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BB3BA6-C873-5E6D-5844-54CF0482F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1837CB-3256-7C61-D0B9-B7A40407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EB7B5-AFA5-BD28-D13E-995FBC7E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5614B-4055-FED9-2087-5C4981F2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6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CE5DE7-9C6B-591E-4748-F87A9AB69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CEC29B-7759-CD67-EDF2-31DE6D280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C73321-FFDA-C3F6-8E4F-5CDABDA5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98B22-DAB2-0D44-F5D1-93E97929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DE8AB9-4197-CBC4-61EA-8D5A6F56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11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F53FA2-F25B-E815-B2BA-B18F5EB6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7218B8-648A-52A3-3649-A6CED5C1F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4AB7C-AFD8-DFCF-0C0B-B6B26F2FF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B00D1-A81A-4DF5-B448-1F217B72460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BDDB8-A75D-7B6E-FEE8-E80FA8BF1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2B5BA-F05D-72E9-0928-7A7E354B2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ED488-F307-479D-819B-94984A56D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77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6272510-DEF8-B1D6-928C-1FA1EDC57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71781"/>
              </p:ext>
            </p:extLst>
          </p:nvPr>
        </p:nvGraphicFramePr>
        <p:xfrm>
          <a:off x="1561431" y="385120"/>
          <a:ext cx="9635955" cy="5218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565">
                  <a:extLst>
                    <a:ext uri="{9D8B030D-6E8A-4147-A177-3AD203B41FA5}">
                      <a16:colId xmlns:a16="http://schemas.microsoft.com/office/drawing/2014/main" val="3784589080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4117949279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2457187827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199746176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3970580491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3523137224"/>
                    </a:ext>
                  </a:extLst>
                </a:gridCol>
                <a:gridCol w="1376565">
                  <a:extLst>
                    <a:ext uri="{9D8B030D-6E8A-4147-A177-3AD203B41FA5}">
                      <a16:colId xmlns:a16="http://schemas.microsoft.com/office/drawing/2014/main" val="374599222"/>
                    </a:ext>
                  </a:extLst>
                </a:gridCol>
              </a:tblGrid>
              <a:tr h="493988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65847"/>
                  </a:ext>
                </a:extLst>
              </a:tr>
              <a:tr h="5364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49704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38574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81739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3040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31951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30323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Silver, gold, </a:t>
                      </a:r>
                      <a:r>
                        <a:rPr lang="en-US" altLang="ko-KR" dirty="0" err="1"/>
                        <a:t>vip</a:t>
                      </a:r>
                      <a:r>
                        <a:rPr lang="ko-KR" altLang="en-US" dirty="0"/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54397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0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27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186C-C24D-BEC6-0989-96FFB0BC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13FBA14-097B-71BA-A24A-998B56E9D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72054"/>
              </p:ext>
            </p:extLst>
          </p:nvPr>
        </p:nvGraphicFramePr>
        <p:xfrm>
          <a:off x="1438441" y="281593"/>
          <a:ext cx="9315117" cy="5364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731">
                  <a:extLst>
                    <a:ext uri="{9D8B030D-6E8A-4147-A177-3AD203B41FA5}">
                      <a16:colId xmlns:a16="http://schemas.microsoft.com/office/drawing/2014/main" val="3784589080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4117949279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2457187827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199746176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3970580491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3523137224"/>
                    </a:ext>
                  </a:extLst>
                </a:gridCol>
                <a:gridCol w="1330731">
                  <a:extLst>
                    <a:ext uri="{9D8B030D-6E8A-4147-A177-3AD203B41FA5}">
                      <a16:colId xmlns:a16="http://schemas.microsoft.com/office/drawing/2014/main" val="374599222"/>
                    </a:ext>
                  </a:extLst>
                </a:gridCol>
              </a:tblGrid>
              <a:tr h="493988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65847"/>
                  </a:ext>
                </a:extLst>
              </a:tr>
              <a:tr h="5364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49704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38574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81739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73040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31951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30323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543972"/>
                  </a:ext>
                </a:extLst>
              </a:tr>
              <a:tr h="4939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80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8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Application>Microsoft Office PowerPoint</Application>
  <PresentationFormat>와이드스크린</PresentationFormat>
  <Paragraphs>72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kimyejin</dc:creator>
  <cp:lastModifiedBy>kimyejin</cp:lastModifiedBy>
  <cp:revision>13</cp:revision>
  <dcterms:created xsi:type="dcterms:W3CDTF">2025-11-10T07:26:28Z</dcterms:created>
  <dcterms:modified xsi:type="dcterms:W3CDTF">2025-11-10T07:39:10Z</dcterms:modified>
</cp:coreProperties>
</file>